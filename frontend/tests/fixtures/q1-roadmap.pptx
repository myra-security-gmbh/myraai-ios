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2025 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major launches planned for Q1 2025:</a:t>
            </a:r>
          </a:p>
          <a:p>
            <a:r>
              <a:t>- Nova Platform (January)</a:t>
            </a:r>
          </a:p>
          <a:p>
            <a:r>
              <a:t>- Spark Analytics (February)</a:t>
            </a:r>
          </a:p>
          <a:p>
            <a:r>
              <a:t>- Horizon API (March)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Nova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date: January 15, 2025</a:t>
            </a:r>
          </a:p>
          <a:p>
            <a:r>
              <a:t>Target customers: Enterprise</a:t>
            </a:r>
          </a:p>
          <a:p>
            <a:r>
              <a:t>Key features: Real-time sync, SSO, 99.9% SLA</a:t>
            </a:r>
          </a:p>
          <a:p>
            <a:r>
              <a:t>Expected revenue: $420,000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Spark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date: February 3, 2025</a:t>
            </a:r>
          </a:p>
          <a:p>
            <a:r>
              <a:t>Target customers: SMB</a:t>
            </a:r>
          </a:p>
          <a:p>
            <a:r>
              <a:t>Key features: Dashboard builder, CSV export, alerting</a:t>
            </a:r>
          </a:p>
          <a:p>
            <a:r>
              <a:t>Expected revenue: $185,000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Horizon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date: March 20, 2025</a:t>
            </a:r>
          </a:p>
          <a:p>
            <a:r>
              <a:t>Target customers: Developers</a:t>
            </a:r>
          </a:p>
          <a:p>
            <a:r>
              <a:t>Key features: REST + GraphQL, rate limiting, webhooks</a:t>
            </a:r>
          </a:p>
          <a:p>
            <a:r>
              <a:t>Expected revenue: $95,000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Expected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Combined Q1 expected revenue: $700,000</a:t>
            </a:r>
          </a:p>
          <a:p>
            <a:r>
              <a:t>Nova Platform: $420,000 (60%)</a:t>
            </a:r>
          </a:p>
          <a:p>
            <a:r>
              <a:t>Spark Analytics: $185,000 (26%)</a:t>
            </a:r>
          </a:p>
          <a:p>
            <a:r>
              <a:t>Horizon API: $95,000 (14%)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